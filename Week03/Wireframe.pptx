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AEF0E-E06F-F411-B158-B00FA6225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7B1725-F3BD-F790-FAC0-13867460D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8A945C-C1BA-91ED-FB30-66BB71438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5697-5C38-466C-A54E-78EA14C181D3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21C192-AFA7-2C1C-DBBC-BA56B2F8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C09CDA-DFCB-6160-6F1D-A94E921F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35BD-D977-4FB0-B82D-3F62C495E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925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4DAC4-6C4B-B862-FF5F-8446B2960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9FF49C-1591-6E27-9041-B2185C6E4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85AA47-D30C-B370-7BFA-F7574671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5697-5C38-466C-A54E-78EA14C181D3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2EE62D-5465-9931-A532-2E301A080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3CD8E9-CF18-61CB-9F9E-F5E868F8B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35BD-D977-4FB0-B82D-3F62C495E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500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E0418-16FF-7646-C6D1-CC3A89F56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A2B189-0CE4-1C86-A872-6F1A29D38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BBF1A0-96CF-E86E-644F-D94B7B0E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5697-5C38-466C-A54E-78EA14C181D3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FDFAA5-A4BF-F410-BB38-3A6C9889B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38076D-AE52-60DD-235D-69DFA69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35BD-D977-4FB0-B82D-3F62C495E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579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651E7-FA3D-BD5A-AD10-A8A85570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143F9B-8ABF-80A0-562C-19221023D0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236D9F-DDCA-2734-CA43-1D0D34CFD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2609EB-EE7B-83A5-16EE-3FCACE15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5697-5C38-466C-A54E-78EA14C181D3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D994D0-1922-9280-DAD2-DD0E0A407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24361A-D70A-6A92-1E23-0152ED05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35BD-D977-4FB0-B82D-3F62C495E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28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5FFE4-EA56-D1C6-F1CF-1A21975CF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2F257D-CA81-30C9-3CF6-8AF066580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489763-7CDD-1D9C-59F1-23CB91032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52C503-CC81-8E8C-2890-C6E66C976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91B387-5BE1-745A-483E-74140BCD17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D79394-A376-6644-AB45-C8A5CB24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5697-5C38-466C-A54E-78EA14C181D3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7FABC0-9326-1257-53BB-06A0581E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70CE92-9A05-8D9E-C1B9-C7DBFFBE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35BD-D977-4FB0-B82D-3F62C495E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95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404F4-7C3E-BDDD-B889-E7ECFA9D2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C0442D-0F6A-6066-8432-043CBC6B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5697-5C38-466C-A54E-78EA14C181D3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90812F-777E-1F7F-1695-7D470D332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3ECFC9-937C-EADE-6DD0-5CA7A95B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35BD-D977-4FB0-B82D-3F62C495E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499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006B97-2A97-0B20-E38D-24CE012B8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5697-5C38-466C-A54E-78EA14C181D3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DD465B-2D88-D945-CB84-75CCA72C4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82C3A-1D28-4335-2FB8-B3EEF1E7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35BD-D977-4FB0-B82D-3F62C495E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651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D90B5B-554E-A39E-6E28-0EE39318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1CE9D-C424-D2DF-C469-76966CEF9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DB1B14-4C32-EF6D-9B1C-D54C399B9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659E8B-D92E-4284-AE04-16C817E9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5697-5C38-466C-A54E-78EA14C181D3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65B29E-E512-2E74-7C38-3F8AFF659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AB00BE-C4C3-EC6D-32FC-EEC46A2E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35BD-D977-4FB0-B82D-3F62C495E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595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89001-DD45-2CA7-518F-1FF3CE171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80AD81-4FB3-20B4-08EA-1BFCD27A0B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ED2F79-B4F4-B0F5-423C-5BFB8551F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FC4EDE-B28E-13CA-CE59-5BD60535E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5697-5C38-466C-A54E-78EA14C181D3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237820-DEF3-6530-184F-059C11DA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E87391-102F-33C5-B98E-F29F61AE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35BD-D977-4FB0-B82D-3F62C495E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121F6-9857-DBFA-962D-88D9D26E6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43A26E-3509-1441-9061-26F22BEC4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05457A-1571-EA81-F31D-2FF4C952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5697-5C38-466C-A54E-78EA14C181D3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60B940-C2AA-A359-3E9D-CF1FC05AB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63F591-9588-6FBB-F1EC-24DB11A2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35BD-D977-4FB0-B82D-3F62C495E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76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899AB8-59FA-B889-2052-0BBFFACC9B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FE03EF-1841-1177-A40D-4B0D0CE9A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3EBEA6-0680-D418-AD6C-0610A6176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5697-5C38-466C-A54E-78EA14C181D3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4AEA32-7CA4-2181-B6CB-0D709128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D80C53-77C5-CB63-9F9D-FB3C60465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35BD-D977-4FB0-B82D-3F62C495E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011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6942D9F-3D5F-836E-1982-825B319DA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6F3D90-5B12-93C2-92A2-D9449B8D0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65718B-0AE8-4C20-D241-300930C46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65697-5C38-466C-A54E-78EA14C181D3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0BCE42-504A-C0CB-94FC-CB60D3C25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04C0F0-7C43-5735-27FC-58BF91B3A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A35BD-D977-4FB0-B82D-3F62C495E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491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lacecats.com/200/200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40FF5E6-DF12-BE23-5FB1-2A003F039A5F}"/>
              </a:ext>
            </a:extLst>
          </p:cNvPr>
          <p:cNvSpPr txBox="1"/>
          <p:nvPr/>
        </p:nvSpPr>
        <p:spPr>
          <a:xfrm>
            <a:off x="0" y="-90878"/>
            <a:ext cx="12192000" cy="671292"/>
          </a:xfrm>
          <a:prstGeom prst="rect">
            <a:avLst/>
          </a:prstGeom>
          <a:solidFill>
            <a:srgbClr val="FFFFCC"/>
          </a:solidFill>
        </p:spPr>
        <p:txBody>
          <a:bodyPr wrap="square" lIns="180000" tIns="180000" rIns="180000" bIns="180000" rtlCol="0" anchor="ctr">
            <a:spAutoFit/>
          </a:bodyPr>
          <a:lstStyle/>
          <a:p>
            <a:r>
              <a:rPr lang="en-US" altLang="zh-CN" sz="20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   Navigation</a:t>
            </a:r>
            <a:endParaRPr lang="zh-CN" altLang="en-US" sz="2000" dirty="0">
              <a:latin typeface="Segoe UI Historic" panose="020B0502040204020203" pitchFamily="34" charset="0"/>
              <a:cs typeface="Segoe UI Historic" panose="020B0502040204020203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873D41-6AE0-D5DF-ADD4-FE1FFBF42C56}"/>
              </a:ext>
            </a:extLst>
          </p:cNvPr>
          <p:cNvSpPr txBox="1"/>
          <p:nvPr/>
        </p:nvSpPr>
        <p:spPr>
          <a:xfrm>
            <a:off x="482600" y="901700"/>
            <a:ext cx="27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ptos" panose="020B0004020202020204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Salad</a:t>
            </a:r>
            <a:endParaRPr lang="zh-CN" altLang="en-US" sz="2800" b="1" dirty="0">
              <a:latin typeface="Aptos" panose="020B0004020202020204" pitchFamily="34" charset="0"/>
              <a:cs typeface="Segoe UI Historic" panose="020B0502040204020203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33F0F4D-D6F6-9AC1-C11B-1CD23754070D}"/>
              </a:ext>
            </a:extLst>
          </p:cNvPr>
          <p:cNvSpPr txBox="1"/>
          <p:nvPr/>
        </p:nvSpPr>
        <p:spPr>
          <a:xfrm>
            <a:off x="1626364" y="1481991"/>
            <a:ext cx="1800000" cy="1800000"/>
          </a:xfrm>
          <a:prstGeom prst="rect">
            <a:avLst/>
          </a:prstGeom>
          <a:solidFill>
            <a:srgbClr val="FFC000"/>
          </a:solidFill>
        </p:spPr>
        <p:txBody>
          <a:bodyPr wrap="square" lIns="90000">
            <a:spAutoFit/>
          </a:bodyPr>
          <a:lstStyle/>
          <a:p>
            <a:r>
              <a:rPr lang="en-US" altLang="zh-CN" dirty="0">
                <a:hlinkClick r:id="rId2"/>
              </a:rPr>
              <a:t>200 (200×200)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8567C0-B2EA-E089-1B94-AADFD52BFC3F}"/>
              </a:ext>
            </a:extLst>
          </p:cNvPr>
          <p:cNvSpPr txBox="1"/>
          <p:nvPr/>
        </p:nvSpPr>
        <p:spPr>
          <a:xfrm>
            <a:off x="4492684" y="1411513"/>
            <a:ext cx="6280150" cy="1940957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>
                <a:latin typeface="Aptos" panose="020B0004020202020204" pitchFamily="34" charset="0"/>
              </a:rPr>
              <a:t>Ingredients</a:t>
            </a:r>
          </a:p>
          <a:p>
            <a:r>
              <a:rPr lang="en-US" altLang="zh-CN" dirty="0">
                <a:latin typeface="Aptos" panose="020B0004020202020204" pitchFamily="34" charset="0"/>
              </a:rPr>
              <a:t>1.</a:t>
            </a:r>
          </a:p>
          <a:p>
            <a:r>
              <a:rPr lang="en-US" altLang="zh-CN" dirty="0">
                <a:latin typeface="Aptos" panose="020B0004020202020204" pitchFamily="34" charset="0"/>
              </a:rPr>
              <a:t>2.</a:t>
            </a:r>
          </a:p>
          <a:p>
            <a:r>
              <a:rPr lang="en-US" altLang="zh-CN" dirty="0">
                <a:latin typeface="Aptos" panose="020B0004020202020204" pitchFamily="34" charset="0"/>
              </a:rPr>
              <a:t>3.</a:t>
            </a:r>
          </a:p>
          <a:p>
            <a:r>
              <a:rPr lang="en-US" altLang="zh-CN" dirty="0">
                <a:latin typeface="Aptos" panose="020B0004020202020204" pitchFamily="34" charset="0"/>
              </a:rPr>
              <a:t>4.</a:t>
            </a:r>
          </a:p>
          <a:p>
            <a:endParaRPr lang="zh-CN" altLang="en-US" dirty="0">
              <a:latin typeface="Aptos" panose="020B00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7EAF3F-9CF4-F024-27A8-1504BE289167}"/>
              </a:ext>
            </a:extLst>
          </p:cNvPr>
          <p:cNvSpPr txBox="1"/>
          <p:nvPr/>
        </p:nvSpPr>
        <p:spPr>
          <a:xfrm>
            <a:off x="1476840" y="3684353"/>
            <a:ext cx="9399511" cy="163449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Instructions</a:t>
            </a:r>
          </a:p>
          <a:p>
            <a:r>
              <a:rPr lang="en-US" altLang="zh-CN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1.</a:t>
            </a:r>
          </a:p>
          <a:p>
            <a:r>
              <a:rPr lang="en-US" altLang="zh-CN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2.</a:t>
            </a:r>
          </a:p>
          <a:p>
            <a:r>
              <a:rPr lang="en-US" altLang="zh-CN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3.</a:t>
            </a:r>
          </a:p>
          <a:p>
            <a:pPr algn="ctr"/>
            <a:r>
              <a:rPr lang="en-US" altLang="zh-CN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Neque</a:t>
            </a:r>
            <a:r>
              <a:rPr lang="en-US" altLang="zh-C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porro </a:t>
            </a:r>
            <a:r>
              <a:rPr lang="en-US" altLang="zh-CN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quisquam</a:t>
            </a:r>
            <a:r>
              <a:rPr lang="en-US" altLang="zh-C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</a:t>
            </a:r>
            <a:r>
              <a:rPr lang="en-US" altLang="zh-C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qui </a:t>
            </a:r>
            <a:r>
              <a:rPr lang="en-US" altLang="zh-CN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dolorem</a:t>
            </a:r>
            <a:r>
              <a:rPr lang="en-US" altLang="zh-C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en-US" altLang="zh-CN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quia</a:t>
            </a:r>
            <a:r>
              <a:rPr lang="en-US" altLang="zh-C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dolor sit </a:t>
            </a:r>
            <a:r>
              <a:rPr lang="en-US" altLang="zh-CN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altLang="zh-C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altLang="zh-C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adipisci</a:t>
            </a:r>
            <a:r>
              <a:rPr lang="en-US" altLang="zh-C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velit</a:t>
            </a:r>
            <a:r>
              <a:rPr lang="en-US" altLang="zh-C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lang="zh-CN" alt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F4E167-AE76-12D1-7D11-4A2B4294910B}"/>
              </a:ext>
            </a:extLst>
          </p:cNvPr>
          <p:cNvSpPr txBox="1"/>
          <p:nvPr/>
        </p:nvSpPr>
        <p:spPr>
          <a:xfrm flipH="1">
            <a:off x="10253932" y="60102"/>
            <a:ext cx="180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     Register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B6A695-7401-EE2A-F3D8-2BE8908D0D89}"/>
              </a:ext>
            </a:extLst>
          </p:cNvPr>
          <p:cNvSpPr txBox="1"/>
          <p:nvPr/>
        </p:nvSpPr>
        <p:spPr>
          <a:xfrm>
            <a:off x="0" y="5991785"/>
            <a:ext cx="12192000" cy="929248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80000" rIns="180000" bIns="18000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All rights reserved.</a:t>
            </a: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Segoe UI Historic" panose="020B0502040204020203" pitchFamily="34" charset="0"/>
                <a:cs typeface="Segoe UI Historic" panose="020B0502040204020203" pitchFamily="34" charset="0"/>
              </a:rPr>
              <a:t>About Contact Policy</a:t>
            </a:r>
            <a:endParaRPr lang="zh-CN" altLang="en-US" sz="1200" dirty="0">
              <a:solidFill>
                <a:schemeClr val="bg1"/>
              </a:solidFill>
              <a:latin typeface="Segoe UI Historic" panose="020B0502040204020203" pitchFamily="34" charset="0"/>
              <a:cs typeface="Segoe UI Historic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393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Aptos</vt:lpstr>
      <vt:lpstr>Arial</vt:lpstr>
      <vt:lpstr>Calibri</vt:lpstr>
      <vt:lpstr>Segoe UI Historic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Su</dc:creator>
  <cp:lastModifiedBy>Tony Su</cp:lastModifiedBy>
  <cp:revision>1</cp:revision>
  <dcterms:created xsi:type="dcterms:W3CDTF">2026-02-09T06:55:23Z</dcterms:created>
  <dcterms:modified xsi:type="dcterms:W3CDTF">2026-02-09T06:55:37Z</dcterms:modified>
</cp:coreProperties>
</file>